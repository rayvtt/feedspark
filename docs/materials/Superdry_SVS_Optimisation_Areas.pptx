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defPPr>
      <a:defRPr lang="en-GB"/>
    </a:def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96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opLine"/>
          <p:cNvSpPr/>
          <p:nvPr/>
        </p:nvSpPr>
        <p:spPr>
          <a:xfrm>
            <a:off x="0" y="0"/>
            <a:ext cx="12192000" cy="3456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40000">
                <a:srgbClr val="3B82F6"/>
              </a:gs>
              <a:gs pos="70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GlowCircle"/>
          <p:cNvSpPr/>
          <p:nvPr/>
        </p:nvSpPr>
        <p:spPr>
          <a:xfrm>
            <a:off x="8229600" y="-914400"/>
            <a:ext cx="4569840" cy="4569840"/>
          </a:xfrm>
          <a:prstGeom prst="ellipse">
            <a:avLst/>
          </a:prstGeom>
          <a:gradFill rotWithShape="0">
            <a:gsLst>
              <a:gs pos="0">
                <a:srgbClr val="F7941E">
                  <a:alpha val="15000"/>
                </a:srgbClr>
              </a:gs>
              <a:gs pos="100000">
                <a:srgbClr val="F7941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LeftAccent"/>
          <p:cNvSpPr/>
          <p:nvPr/>
        </p:nvSpPr>
        <p:spPr>
          <a:xfrm>
            <a:off x="731520" y="1828800"/>
            <a:ext cx="43560" cy="274104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Title"/>
          <p:cNvSpPr>
            <a:spLocks noGrp="1"/>
          </p:cNvSpPr>
          <p:nvPr>
            <p:ph type="ctrTitle"/>
          </p:nvPr>
        </p:nvSpPr>
        <p:spPr>
          <a:xfrm>
            <a:off x="914400" y="1828800"/>
            <a:ext cx="9599040" cy="136944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4000"/>
              </a:lnSpc>
              <a:defRPr sz="5400" b="1" i="0">
                <a:solidFill>
                  <a:srgbClr val="FFFFFF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3300000"/>
            <a:ext cx="9599040" cy="76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defRPr sz="2000" b="0" i="0">
                <a:solidFill>
                  <a:srgbClr val="94A3B8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6" name="Date / Prepared by"/>
          <p:cNvSpPr>
            <a:spLocks noGrp="1"/>
          </p:cNvSpPr>
          <p:nvPr>
            <p:ph type="body" idx="11"/>
          </p:nvPr>
        </p:nvSpPr>
        <p:spPr>
          <a:xfrm>
            <a:off x="914400" y="4150000"/>
            <a:ext cx="9599040" cy="38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defRPr sz="1400" b="1" i="0">
                <a:solidFill>
                  <a:srgbClr val="F7941E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7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FFFFFF"/>
                </a:solidFill>
              </a:rPr>
              <a:t>Spark</a:t>
            </a:r>
          </a:p>
        </p:txBody>
      </p:sp>
      <p:sp>
        <p:nvSpPr>
          <p:cNvPr id="18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Marker">
    <p:bg>
      <p:bgPr>
        <a:solidFill>
          <a:srgbClr val="F794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gCircle"/>
          <p:cNvSpPr/>
          <p:nvPr/>
        </p:nvSpPr>
        <p:spPr>
          <a:xfrm>
            <a:off x="8686800" y="-1371600"/>
            <a:ext cx="5029200" cy="5029200"/>
          </a:xfrm>
          <a:prstGeom prst="ellipse">
            <a:avLst/>
          </a:prstGeom>
          <a:solidFill>
            <a:srgbClr val="FFFFFF">
              <a:alpha val="15000"/>
            </a:srgbClr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" name="SmallCircle"/>
          <p:cNvSpPr/>
          <p:nvPr/>
        </p:nvSpPr>
        <p:spPr>
          <a:xfrm>
            <a:off x="10058400" y="914400"/>
            <a:ext cx="3200400" cy="320040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3" name="LeftAccent"/>
          <p:cNvSpPr/>
          <p:nvPr/>
        </p:nvSpPr>
        <p:spPr>
          <a:xfrm>
            <a:off x="777240" y="1828800"/>
            <a:ext cx="45720" cy="228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Section Label"/>
          <p:cNvSpPr>
            <a:spLocks noGrp="1"/>
          </p:cNvSpPr>
          <p:nvPr>
            <p:ph type="body" idx="11"/>
          </p:nvPr>
        </p:nvSpPr>
        <p:spPr>
          <a:xfrm>
            <a:off x="960120" y="1874520"/>
            <a:ext cx="5486400" cy="32004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400" b="0" i="0" spc="400">
                <a:solidFill>
                  <a:srgbClr val="FFFFFF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5" name="Section Title"/>
          <p:cNvSpPr>
            <a:spLocks noGrp="1"/>
          </p:cNvSpPr>
          <p:nvPr>
            <p:ph type="title"/>
          </p:nvPr>
        </p:nvSpPr>
        <p:spPr>
          <a:xfrm>
            <a:off x="960120" y="2194560"/>
            <a:ext cx="10058400" cy="13716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04000"/>
              </a:lnSpc>
              <a:defRPr sz="4800" b="1" i="0">
                <a:solidFill>
                  <a:srgbClr val="FFFFFF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6" name="Section Subtitle"/>
          <p:cNvSpPr>
            <a:spLocks noGrp="1"/>
          </p:cNvSpPr>
          <p:nvPr>
            <p:ph type="body" idx="1"/>
          </p:nvPr>
        </p:nvSpPr>
        <p:spPr>
          <a:xfrm>
            <a:off x="960120" y="3657600"/>
            <a:ext cx="9601200" cy="54864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600" b="0" i="0">
                <a:solidFill>
                  <a:srgbClr val="FFE4C4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7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FFFFF"/>
                </a:solidFill>
              </a:rPr>
              <a:t>FeedSpark</a:t>
            </a:r>
          </a:p>
        </p:txBody>
      </p:sp>
      <p:sp>
        <p:nvSpPr>
          <p:cNvPr id="18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2" name="Subtitle"/>
          <p:cNvSpPr>
            <a:spLocks noGrp="1"/>
          </p:cNvSpPr>
          <p:nvPr>
            <p:ph type="body" idx="11"/>
          </p:nvPr>
        </p:nvSpPr>
        <p:spPr>
          <a:xfrm>
            <a:off x="609480" y="1130000"/>
            <a:ext cx="10973040" cy="43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0" i="0">
                <a:solidFill>
                  <a:srgbClr val="64748B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3" name="Underline"/>
          <p:cNvSpPr/>
          <p:nvPr/>
        </p:nvSpPr>
        <p:spPr>
          <a:xfrm>
            <a:off x="609480" y="161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Content"/>
          <p:cNvSpPr>
            <a:spLocks noGrp="1"/>
          </p:cNvSpPr>
          <p:nvPr>
            <p:ph type="body" idx="1"/>
          </p:nvPr>
        </p:nvSpPr>
        <p:spPr>
          <a:xfrm>
            <a:off x="609480" y="1780000"/>
            <a:ext cx="10973040" cy="388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0000"/>
              </a:lnSpc>
              <a:defRPr sz="17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5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8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19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19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20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2" name="Subtitle"/>
          <p:cNvSpPr>
            <a:spLocks noGrp="1"/>
          </p:cNvSpPr>
          <p:nvPr>
            <p:ph type="body" idx="11"/>
          </p:nvPr>
        </p:nvSpPr>
        <p:spPr>
          <a:xfrm>
            <a:off x="609480" y="1130000"/>
            <a:ext cx="10973040" cy="43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0" i="0">
                <a:solidFill>
                  <a:srgbClr val="64748B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3" name="Underline"/>
          <p:cNvSpPr/>
          <p:nvPr/>
        </p:nvSpPr>
        <p:spPr>
          <a:xfrm>
            <a:off x="609480" y="161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Left Content"/>
          <p:cNvSpPr>
            <a:spLocks noGrp="1"/>
          </p:cNvSpPr>
          <p:nvPr>
            <p:ph type="body" idx="1"/>
          </p:nvPr>
        </p:nvSpPr>
        <p:spPr>
          <a:xfrm>
            <a:off x="609480" y="1780000"/>
            <a:ext cx="5330520" cy="388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0000"/>
              </a:lnSpc>
              <a:defRPr sz="16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5" name="Right Content"/>
          <p:cNvSpPr>
            <a:spLocks noGrp="1"/>
          </p:cNvSpPr>
          <p:nvPr>
            <p:ph type="body" idx="2"/>
          </p:nvPr>
        </p:nvSpPr>
        <p:spPr>
          <a:xfrm>
            <a:off x="6252000" y="1780000"/>
            <a:ext cx="5330520" cy="388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0000"/>
              </a:lnSpc>
              <a:defRPr sz="16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6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9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20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20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21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Left, Content R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2" name="Underline"/>
          <p:cNvSpPr/>
          <p:nvPr/>
        </p:nvSpPr>
        <p:spPr>
          <a:xfrm>
            <a:off x="609480" y="119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Image"/>
          <p:cNvSpPr>
            <a:spLocks noGrp="1"/>
          </p:cNvSpPr>
          <p:nvPr>
            <p:ph type="pic" idx="1"/>
          </p:nvPr>
        </p:nvSpPr>
        <p:spPr>
          <a:xfrm>
            <a:off x="609480" y="1500000"/>
            <a:ext cx="5400000" cy="396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4" name="Content"/>
          <p:cNvSpPr>
            <a:spLocks noGrp="1"/>
          </p:cNvSpPr>
          <p:nvPr>
            <p:ph type="body" idx="1"/>
          </p:nvPr>
        </p:nvSpPr>
        <p:spPr>
          <a:xfrm>
            <a:off x="6429480" y="1500000"/>
            <a:ext cx="5153040" cy="39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2000"/>
              </a:lnSpc>
              <a:defRPr sz="17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5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8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19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19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20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Content Left, Image R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2" name="Underline"/>
          <p:cNvSpPr/>
          <p:nvPr/>
        </p:nvSpPr>
        <p:spPr>
          <a:xfrm>
            <a:off x="609480" y="119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Content"/>
          <p:cNvSpPr>
            <a:spLocks noGrp="1"/>
          </p:cNvSpPr>
          <p:nvPr>
            <p:ph type="body" idx="1"/>
          </p:nvPr>
        </p:nvSpPr>
        <p:spPr>
          <a:xfrm>
            <a:off x="609480" y="1500000"/>
            <a:ext cx="5153040" cy="39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2000"/>
              </a:lnSpc>
              <a:defRPr sz="17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4" name="Image"/>
          <p:cNvSpPr>
            <a:spLocks noGrp="1"/>
          </p:cNvSpPr>
          <p:nvPr>
            <p:ph type="pic" idx="1"/>
          </p:nvPr>
        </p:nvSpPr>
        <p:spPr>
          <a:xfrm>
            <a:off x="6182520" y="1500000"/>
            <a:ext cx="5400000" cy="3960000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5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7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8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19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19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20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-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2" name="Subtitle"/>
          <p:cNvSpPr>
            <a:spLocks noGrp="1"/>
          </p:cNvSpPr>
          <p:nvPr>
            <p:ph type="body" idx="13"/>
          </p:nvPr>
        </p:nvSpPr>
        <p:spPr>
          <a:xfrm>
            <a:off x="609480" y="1130000"/>
            <a:ext cx="10973040" cy="43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0" i="0">
                <a:solidFill>
                  <a:srgbClr val="64748B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3" name="Underline"/>
          <p:cNvSpPr/>
          <p:nvPr/>
        </p:nvSpPr>
        <p:spPr>
          <a:xfrm>
            <a:off x="609480" y="161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Card"/>
          <p:cNvSpPr/>
          <p:nvPr/>
        </p:nvSpPr>
        <p:spPr>
          <a:xfrm>
            <a:off x="609480" y="1760000"/>
            <a:ext cx="5330520" cy="364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CardAccent"/>
          <p:cNvSpPr/>
          <p:nvPr/>
        </p:nvSpPr>
        <p:spPr>
          <a:xfrm>
            <a:off x="609480" y="1760000"/>
            <a:ext cx="73152" cy="364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Card 1 Heading"/>
          <p:cNvSpPr>
            <a:spLocks noGrp="1"/>
          </p:cNvSpPr>
          <p:nvPr>
            <p:ph type="body" idx="1"/>
          </p:nvPr>
        </p:nvSpPr>
        <p:spPr>
          <a:xfrm>
            <a:off x="859480" y="1910000"/>
            <a:ext cx="488052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20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7" name="Card 1 Body"/>
          <p:cNvSpPr>
            <a:spLocks noGrp="1"/>
          </p:cNvSpPr>
          <p:nvPr>
            <p:ph type="body" idx="2"/>
          </p:nvPr>
        </p:nvSpPr>
        <p:spPr>
          <a:xfrm>
            <a:off x="859480" y="2440000"/>
            <a:ext cx="4880520" cy="28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6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8" name="Card"/>
          <p:cNvSpPr/>
          <p:nvPr/>
        </p:nvSpPr>
        <p:spPr>
          <a:xfrm>
            <a:off x="6252000" y="1760000"/>
            <a:ext cx="5330520" cy="3640000"/>
          </a:xfrm>
          <a:prstGeom prst="roundRect">
            <a:avLst>
              <a:gd name="adj" fmla="val 5500"/>
            </a:avLst>
          </a:prstGeom>
          <a:solidFill>
            <a:srgbClr val="DBEAF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9" name="CardAccent"/>
          <p:cNvSpPr/>
          <p:nvPr/>
        </p:nvSpPr>
        <p:spPr>
          <a:xfrm>
            <a:off x="6252000" y="1760000"/>
            <a:ext cx="73152" cy="3640000"/>
          </a:xfrm>
          <a:prstGeom prst="rect">
            <a:avLst/>
          </a:prstGeom>
          <a:solidFill>
            <a:srgbClr val="3B82F6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" name="Card 2 Heading"/>
          <p:cNvSpPr>
            <a:spLocks noGrp="1"/>
          </p:cNvSpPr>
          <p:nvPr>
            <p:ph type="body" idx="3"/>
          </p:nvPr>
        </p:nvSpPr>
        <p:spPr>
          <a:xfrm>
            <a:off x="6502000" y="1910000"/>
            <a:ext cx="488052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20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1" name="Card 2 Body"/>
          <p:cNvSpPr>
            <a:spLocks noGrp="1"/>
          </p:cNvSpPr>
          <p:nvPr>
            <p:ph type="body" idx="4"/>
          </p:nvPr>
        </p:nvSpPr>
        <p:spPr>
          <a:xfrm>
            <a:off x="6502000" y="2440000"/>
            <a:ext cx="4880520" cy="28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6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2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3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5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26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26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27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hree-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2" name="Subtitle"/>
          <p:cNvSpPr>
            <a:spLocks noGrp="1"/>
          </p:cNvSpPr>
          <p:nvPr>
            <p:ph type="body" idx="13"/>
          </p:nvPr>
        </p:nvSpPr>
        <p:spPr>
          <a:xfrm>
            <a:off x="609480" y="1130000"/>
            <a:ext cx="10973040" cy="43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0" i="0">
                <a:solidFill>
                  <a:srgbClr val="64748B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3" name="Underline"/>
          <p:cNvSpPr/>
          <p:nvPr/>
        </p:nvSpPr>
        <p:spPr>
          <a:xfrm>
            <a:off x="609480" y="161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Card"/>
          <p:cNvSpPr/>
          <p:nvPr/>
        </p:nvSpPr>
        <p:spPr>
          <a:xfrm>
            <a:off x="609480" y="1760000"/>
            <a:ext cx="3449680" cy="364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CardAccent"/>
          <p:cNvSpPr/>
          <p:nvPr/>
        </p:nvSpPr>
        <p:spPr>
          <a:xfrm>
            <a:off x="609480" y="1760000"/>
            <a:ext cx="73152" cy="364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Card 1 Heading"/>
          <p:cNvSpPr>
            <a:spLocks noGrp="1"/>
          </p:cNvSpPr>
          <p:nvPr>
            <p:ph type="body" idx="1"/>
          </p:nvPr>
        </p:nvSpPr>
        <p:spPr>
          <a:xfrm>
            <a:off x="859480" y="191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20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7" name="Card 1 Body"/>
          <p:cNvSpPr>
            <a:spLocks noGrp="1"/>
          </p:cNvSpPr>
          <p:nvPr>
            <p:ph type="body" idx="2"/>
          </p:nvPr>
        </p:nvSpPr>
        <p:spPr>
          <a:xfrm>
            <a:off x="859480" y="2440000"/>
            <a:ext cx="2999680" cy="28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6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8" name="Card"/>
          <p:cNvSpPr/>
          <p:nvPr/>
        </p:nvSpPr>
        <p:spPr>
          <a:xfrm>
            <a:off x="4371160" y="1760000"/>
            <a:ext cx="3449680" cy="3640000"/>
          </a:xfrm>
          <a:prstGeom prst="roundRect">
            <a:avLst>
              <a:gd name="adj" fmla="val 5500"/>
            </a:avLst>
          </a:prstGeom>
          <a:solidFill>
            <a:srgbClr val="DBEAF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9" name="CardAccent"/>
          <p:cNvSpPr/>
          <p:nvPr/>
        </p:nvSpPr>
        <p:spPr>
          <a:xfrm>
            <a:off x="4371160" y="1760000"/>
            <a:ext cx="73152" cy="3640000"/>
          </a:xfrm>
          <a:prstGeom prst="rect">
            <a:avLst/>
          </a:prstGeom>
          <a:solidFill>
            <a:srgbClr val="3B82F6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" name="Card 2 Heading"/>
          <p:cNvSpPr>
            <a:spLocks noGrp="1"/>
          </p:cNvSpPr>
          <p:nvPr>
            <p:ph type="body" idx="3"/>
          </p:nvPr>
        </p:nvSpPr>
        <p:spPr>
          <a:xfrm>
            <a:off x="4621160" y="191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20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1" name="Card 2 Body"/>
          <p:cNvSpPr>
            <a:spLocks noGrp="1"/>
          </p:cNvSpPr>
          <p:nvPr>
            <p:ph type="body" idx="4"/>
          </p:nvPr>
        </p:nvSpPr>
        <p:spPr>
          <a:xfrm>
            <a:off x="4621160" y="2440000"/>
            <a:ext cx="2999680" cy="28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6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2" name="Card"/>
          <p:cNvSpPr/>
          <p:nvPr/>
        </p:nvSpPr>
        <p:spPr>
          <a:xfrm>
            <a:off x="8132840" y="1760000"/>
            <a:ext cx="3449680" cy="3640000"/>
          </a:xfrm>
          <a:prstGeom prst="roundRect">
            <a:avLst>
              <a:gd name="adj" fmla="val 5500"/>
            </a:avLst>
          </a:prstGeom>
          <a:solidFill>
            <a:srgbClr val="D1FA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3" name="CardAccent"/>
          <p:cNvSpPr/>
          <p:nvPr/>
        </p:nvSpPr>
        <p:spPr>
          <a:xfrm>
            <a:off x="8132840" y="1760000"/>
            <a:ext cx="73152" cy="36400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Card 3 Heading"/>
          <p:cNvSpPr>
            <a:spLocks noGrp="1"/>
          </p:cNvSpPr>
          <p:nvPr>
            <p:ph type="body" idx="5"/>
          </p:nvPr>
        </p:nvSpPr>
        <p:spPr>
          <a:xfrm>
            <a:off x="8382840" y="191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20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5" name="Card 3 Body"/>
          <p:cNvSpPr>
            <a:spLocks noGrp="1"/>
          </p:cNvSpPr>
          <p:nvPr>
            <p:ph type="body" idx="6"/>
          </p:nvPr>
        </p:nvSpPr>
        <p:spPr>
          <a:xfrm>
            <a:off x="8382840" y="2440000"/>
            <a:ext cx="2999680" cy="28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6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6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7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8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9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30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30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31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our-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2" name="Subtitle"/>
          <p:cNvSpPr>
            <a:spLocks noGrp="1"/>
          </p:cNvSpPr>
          <p:nvPr>
            <p:ph type="body" idx="13"/>
          </p:nvPr>
        </p:nvSpPr>
        <p:spPr>
          <a:xfrm>
            <a:off x="609480" y="1130000"/>
            <a:ext cx="10973040" cy="43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0" i="0">
                <a:solidFill>
                  <a:srgbClr val="64748B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3" name="Underline"/>
          <p:cNvSpPr/>
          <p:nvPr/>
        </p:nvSpPr>
        <p:spPr>
          <a:xfrm>
            <a:off x="609480" y="161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Card"/>
          <p:cNvSpPr/>
          <p:nvPr/>
        </p:nvSpPr>
        <p:spPr>
          <a:xfrm>
            <a:off x="609480" y="1760000"/>
            <a:ext cx="5330520" cy="176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CardAccent"/>
          <p:cNvSpPr/>
          <p:nvPr/>
        </p:nvSpPr>
        <p:spPr>
          <a:xfrm>
            <a:off x="609480" y="1760000"/>
            <a:ext cx="73152" cy="176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Card 1 Heading"/>
          <p:cNvSpPr>
            <a:spLocks noGrp="1"/>
          </p:cNvSpPr>
          <p:nvPr>
            <p:ph type="body" idx="1"/>
          </p:nvPr>
        </p:nvSpPr>
        <p:spPr>
          <a:xfrm>
            <a:off x="859480" y="1910000"/>
            <a:ext cx="488052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7" name="Card 1 Body"/>
          <p:cNvSpPr>
            <a:spLocks noGrp="1"/>
          </p:cNvSpPr>
          <p:nvPr>
            <p:ph type="body" idx="2"/>
          </p:nvPr>
        </p:nvSpPr>
        <p:spPr>
          <a:xfrm>
            <a:off x="859480" y="2440000"/>
            <a:ext cx="4880520" cy="92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8" name="Card"/>
          <p:cNvSpPr/>
          <p:nvPr/>
        </p:nvSpPr>
        <p:spPr>
          <a:xfrm>
            <a:off x="6252000" y="1760000"/>
            <a:ext cx="5330520" cy="1760000"/>
          </a:xfrm>
          <a:prstGeom prst="roundRect">
            <a:avLst>
              <a:gd name="adj" fmla="val 5500"/>
            </a:avLst>
          </a:prstGeom>
          <a:solidFill>
            <a:srgbClr val="DBEAF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9" name="CardAccent"/>
          <p:cNvSpPr/>
          <p:nvPr/>
        </p:nvSpPr>
        <p:spPr>
          <a:xfrm>
            <a:off x="6252000" y="1760000"/>
            <a:ext cx="73152" cy="1760000"/>
          </a:xfrm>
          <a:prstGeom prst="rect">
            <a:avLst/>
          </a:prstGeom>
          <a:solidFill>
            <a:srgbClr val="3B82F6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" name="Card 2 Heading"/>
          <p:cNvSpPr>
            <a:spLocks noGrp="1"/>
          </p:cNvSpPr>
          <p:nvPr>
            <p:ph type="body" idx="3"/>
          </p:nvPr>
        </p:nvSpPr>
        <p:spPr>
          <a:xfrm>
            <a:off x="6502000" y="1910000"/>
            <a:ext cx="488052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1" name="Card 2 Body"/>
          <p:cNvSpPr>
            <a:spLocks noGrp="1"/>
          </p:cNvSpPr>
          <p:nvPr>
            <p:ph type="body" idx="4"/>
          </p:nvPr>
        </p:nvSpPr>
        <p:spPr>
          <a:xfrm>
            <a:off x="6502000" y="2440000"/>
            <a:ext cx="4880520" cy="92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2" name="Card"/>
          <p:cNvSpPr/>
          <p:nvPr/>
        </p:nvSpPr>
        <p:spPr>
          <a:xfrm>
            <a:off x="609480" y="3750000"/>
            <a:ext cx="5330520" cy="1760000"/>
          </a:xfrm>
          <a:prstGeom prst="roundRect">
            <a:avLst>
              <a:gd name="adj" fmla="val 5500"/>
            </a:avLst>
          </a:prstGeom>
          <a:solidFill>
            <a:srgbClr val="D1FA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3" name="CardAccent"/>
          <p:cNvSpPr/>
          <p:nvPr/>
        </p:nvSpPr>
        <p:spPr>
          <a:xfrm>
            <a:off x="609480" y="3750000"/>
            <a:ext cx="73152" cy="17600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Card 3 Heading"/>
          <p:cNvSpPr>
            <a:spLocks noGrp="1"/>
          </p:cNvSpPr>
          <p:nvPr>
            <p:ph type="body" idx="5"/>
          </p:nvPr>
        </p:nvSpPr>
        <p:spPr>
          <a:xfrm>
            <a:off x="859480" y="3900000"/>
            <a:ext cx="488052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5" name="Card 3 Body"/>
          <p:cNvSpPr>
            <a:spLocks noGrp="1"/>
          </p:cNvSpPr>
          <p:nvPr>
            <p:ph type="body" idx="6"/>
          </p:nvPr>
        </p:nvSpPr>
        <p:spPr>
          <a:xfrm>
            <a:off x="859480" y="4430000"/>
            <a:ext cx="4880520" cy="92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6" name="Card"/>
          <p:cNvSpPr/>
          <p:nvPr/>
        </p:nvSpPr>
        <p:spPr>
          <a:xfrm>
            <a:off x="6252000" y="3750000"/>
            <a:ext cx="5330520" cy="1760000"/>
          </a:xfrm>
          <a:prstGeom prst="roundRect">
            <a:avLst>
              <a:gd name="adj" fmla="val 5500"/>
            </a:avLst>
          </a:prstGeom>
          <a:solidFill>
            <a:srgbClr val="EDE9F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7" name="CardAccent"/>
          <p:cNvSpPr/>
          <p:nvPr/>
        </p:nvSpPr>
        <p:spPr>
          <a:xfrm>
            <a:off x="6252000" y="3750000"/>
            <a:ext cx="73152" cy="17600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8" name="Card 4 Heading"/>
          <p:cNvSpPr>
            <a:spLocks noGrp="1"/>
          </p:cNvSpPr>
          <p:nvPr>
            <p:ph type="body" idx="7"/>
          </p:nvPr>
        </p:nvSpPr>
        <p:spPr>
          <a:xfrm>
            <a:off x="6502000" y="3900000"/>
            <a:ext cx="488052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9" name="Card 4 Body"/>
          <p:cNvSpPr>
            <a:spLocks noGrp="1"/>
          </p:cNvSpPr>
          <p:nvPr>
            <p:ph type="body" idx="8"/>
          </p:nvPr>
        </p:nvSpPr>
        <p:spPr>
          <a:xfrm>
            <a:off x="6502000" y="4430000"/>
            <a:ext cx="4880520" cy="92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0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1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2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3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34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34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35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ive-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2" name="Subtitle"/>
          <p:cNvSpPr>
            <a:spLocks noGrp="1"/>
          </p:cNvSpPr>
          <p:nvPr>
            <p:ph type="body" idx="13"/>
          </p:nvPr>
        </p:nvSpPr>
        <p:spPr>
          <a:xfrm>
            <a:off x="609480" y="1130000"/>
            <a:ext cx="10973040" cy="43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0" i="0">
                <a:solidFill>
                  <a:srgbClr val="64748B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3" name="Underline"/>
          <p:cNvSpPr/>
          <p:nvPr/>
        </p:nvSpPr>
        <p:spPr>
          <a:xfrm>
            <a:off x="609480" y="161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Card"/>
          <p:cNvSpPr/>
          <p:nvPr/>
        </p:nvSpPr>
        <p:spPr>
          <a:xfrm>
            <a:off x="609480" y="1760000"/>
            <a:ext cx="3449680" cy="179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CardAccent"/>
          <p:cNvSpPr/>
          <p:nvPr/>
        </p:nvSpPr>
        <p:spPr>
          <a:xfrm>
            <a:off x="609480" y="1760000"/>
            <a:ext cx="73152" cy="179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Card 1 Heading"/>
          <p:cNvSpPr>
            <a:spLocks noGrp="1"/>
          </p:cNvSpPr>
          <p:nvPr>
            <p:ph type="body" idx="1"/>
          </p:nvPr>
        </p:nvSpPr>
        <p:spPr>
          <a:xfrm>
            <a:off x="859480" y="191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7" name="Card 1 Body"/>
          <p:cNvSpPr>
            <a:spLocks noGrp="1"/>
          </p:cNvSpPr>
          <p:nvPr>
            <p:ph type="body" idx="2"/>
          </p:nvPr>
        </p:nvSpPr>
        <p:spPr>
          <a:xfrm>
            <a:off x="859480" y="2440000"/>
            <a:ext cx="2999680" cy="95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8" name="Card"/>
          <p:cNvSpPr/>
          <p:nvPr/>
        </p:nvSpPr>
        <p:spPr>
          <a:xfrm>
            <a:off x="4371160" y="1760000"/>
            <a:ext cx="3449680" cy="1790000"/>
          </a:xfrm>
          <a:prstGeom prst="roundRect">
            <a:avLst>
              <a:gd name="adj" fmla="val 5500"/>
            </a:avLst>
          </a:prstGeom>
          <a:solidFill>
            <a:srgbClr val="DBEAF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9" name="CardAccent"/>
          <p:cNvSpPr/>
          <p:nvPr/>
        </p:nvSpPr>
        <p:spPr>
          <a:xfrm>
            <a:off x="4371160" y="1760000"/>
            <a:ext cx="73152" cy="1790000"/>
          </a:xfrm>
          <a:prstGeom prst="rect">
            <a:avLst/>
          </a:prstGeom>
          <a:solidFill>
            <a:srgbClr val="3B82F6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" name="Card 2 Heading"/>
          <p:cNvSpPr>
            <a:spLocks noGrp="1"/>
          </p:cNvSpPr>
          <p:nvPr>
            <p:ph type="body" idx="3"/>
          </p:nvPr>
        </p:nvSpPr>
        <p:spPr>
          <a:xfrm>
            <a:off x="4621160" y="191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1" name="Card 2 Body"/>
          <p:cNvSpPr>
            <a:spLocks noGrp="1"/>
          </p:cNvSpPr>
          <p:nvPr>
            <p:ph type="body" idx="4"/>
          </p:nvPr>
        </p:nvSpPr>
        <p:spPr>
          <a:xfrm>
            <a:off x="4621160" y="2440000"/>
            <a:ext cx="2999680" cy="95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2" name="Card"/>
          <p:cNvSpPr/>
          <p:nvPr/>
        </p:nvSpPr>
        <p:spPr>
          <a:xfrm>
            <a:off x="8132840" y="1760000"/>
            <a:ext cx="3449680" cy="1790000"/>
          </a:xfrm>
          <a:prstGeom prst="roundRect">
            <a:avLst>
              <a:gd name="adj" fmla="val 5500"/>
            </a:avLst>
          </a:prstGeom>
          <a:solidFill>
            <a:srgbClr val="D1FA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3" name="CardAccent"/>
          <p:cNvSpPr/>
          <p:nvPr/>
        </p:nvSpPr>
        <p:spPr>
          <a:xfrm>
            <a:off x="8132840" y="1760000"/>
            <a:ext cx="73152" cy="17900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Card 3 Heading"/>
          <p:cNvSpPr>
            <a:spLocks noGrp="1"/>
          </p:cNvSpPr>
          <p:nvPr>
            <p:ph type="body" idx="5"/>
          </p:nvPr>
        </p:nvSpPr>
        <p:spPr>
          <a:xfrm>
            <a:off x="8382840" y="191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5" name="Card 3 Body"/>
          <p:cNvSpPr>
            <a:spLocks noGrp="1"/>
          </p:cNvSpPr>
          <p:nvPr>
            <p:ph type="body" idx="6"/>
          </p:nvPr>
        </p:nvSpPr>
        <p:spPr>
          <a:xfrm>
            <a:off x="8382840" y="2440000"/>
            <a:ext cx="2999680" cy="95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6" name="Card"/>
          <p:cNvSpPr/>
          <p:nvPr/>
        </p:nvSpPr>
        <p:spPr>
          <a:xfrm>
            <a:off x="2490320" y="3780000"/>
            <a:ext cx="3449680" cy="1790000"/>
          </a:xfrm>
          <a:prstGeom prst="roundRect">
            <a:avLst>
              <a:gd name="adj" fmla="val 5500"/>
            </a:avLst>
          </a:prstGeom>
          <a:solidFill>
            <a:srgbClr val="EDE9F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7" name="CardAccent"/>
          <p:cNvSpPr/>
          <p:nvPr/>
        </p:nvSpPr>
        <p:spPr>
          <a:xfrm>
            <a:off x="2490320" y="3780000"/>
            <a:ext cx="73152" cy="17900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8" name="Card 4 Heading"/>
          <p:cNvSpPr>
            <a:spLocks noGrp="1"/>
          </p:cNvSpPr>
          <p:nvPr>
            <p:ph type="body" idx="7"/>
          </p:nvPr>
        </p:nvSpPr>
        <p:spPr>
          <a:xfrm>
            <a:off x="2740320" y="393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9" name="Card 4 Body"/>
          <p:cNvSpPr>
            <a:spLocks noGrp="1"/>
          </p:cNvSpPr>
          <p:nvPr>
            <p:ph type="body" idx="8"/>
          </p:nvPr>
        </p:nvSpPr>
        <p:spPr>
          <a:xfrm>
            <a:off x="2740320" y="4460000"/>
            <a:ext cx="2999680" cy="95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0" name="Card"/>
          <p:cNvSpPr/>
          <p:nvPr/>
        </p:nvSpPr>
        <p:spPr>
          <a:xfrm>
            <a:off x="6252000" y="3780000"/>
            <a:ext cx="3449680" cy="1790000"/>
          </a:xfrm>
          <a:prstGeom prst="roundRect">
            <a:avLst>
              <a:gd name="adj" fmla="val 5500"/>
            </a:avLst>
          </a:prstGeom>
          <a:solidFill>
            <a:srgbClr val="FCE7F3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1" name="CardAccent"/>
          <p:cNvSpPr/>
          <p:nvPr/>
        </p:nvSpPr>
        <p:spPr>
          <a:xfrm>
            <a:off x="6252000" y="3780000"/>
            <a:ext cx="73152" cy="1790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2" name="Card 5 Heading"/>
          <p:cNvSpPr>
            <a:spLocks noGrp="1"/>
          </p:cNvSpPr>
          <p:nvPr>
            <p:ph type="body" idx="9"/>
          </p:nvPr>
        </p:nvSpPr>
        <p:spPr>
          <a:xfrm>
            <a:off x="6502000" y="393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33" name="Card 5 Body"/>
          <p:cNvSpPr>
            <a:spLocks noGrp="1"/>
          </p:cNvSpPr>
          <p:nvPr>
            <p:ph type="body" idx="10"/>
          </p:nvPr>
        </p:nvSpPr>
        <p:spPr>
          <a:xfrm>
            <a:off x="6502000" y="4460000"/>
            <a:ext cx="2999680" cy="95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4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5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6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7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38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38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39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ix-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2" name="Subtitle"/>
          <p:cNvSpPr>
            <a:spLocks noGrp="1"/>
          </p:cNvSpPr>
          <p:nvPr>
            <p:ph type="body" idx="13"/>
          </p:nvPr>
        </p:nvSpPr>
        <p:spPr>
          <a:xfrm>
            <a:off x="609480" y="1130000"/>
            <a:ext cx="10973040" cy="43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0" i="0">
                <a:solidFill>
                  <a:srgbClr val="64748B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3" name="Underline"/>
          <p:cNvSpPr/>
          <p:nvPr/>
        </p:nvSpPr>
        <p:spPr>
          <a:xfrm>
            <a:off x="609480" y="161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Card"/>
          <p:cNvSpPr/>
          <p:nvPr/>
        </p:nvSpPr>
        <p:spPr>
          <a:xfrm>
            <a:off x="609480" y="1760000"/>
            <a:ext cx="3449680" cy="179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CardAccent"/>
          <p:cNvSpPr/>
          <p:nvPr/>
        </p:nvSpPr>
        <p:spPr>
          <a:xfrm>
            <a:off x="609480" y="1760000"/>
            <a:ext cx="73152" cy="179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Card 1 Heading"/>
          <p:cNvSpPr>
            <a:spLocks noGrp="1"/>
          </p:cNvSpPr>
          <p:nvPr>
            <p:ph type="body" idx="1"/>
          </p:nvPr>
        </p:nvSpPr>
        <p:spPr>
          <a:xfrm>
            <a:off x="859480" y="191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7" name="Card 1 Body"/>
          <p:cNvSpPr>
            <a:spLocks noGrp="1"/>
          </p:cNvSpPr>
          <p:nvPr>
            <p:ph type="body" idx="2"/>
          </p:nvPr>
        </p:nvSpPr>
        <p:spPr>
          <a:xfrm>
            <a:off x="859480" y="2440000"/>
            <a:ext cx="2999680" cy="95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8" name="Card"/>
          <p:cNvSpPr/>
          <p:nvPr/>
        </p:nvSpPr>
        <p:spPr>
          <a:xfrm>
            <a:off x="4371160" y="1760000"/>
            <a:ext cx="3449680" cy="1790000"/>
          </a:xfrm>
          <a:prstGeom prst="roundRect">
            <a:avLst>
              <a:gd name="adj" fmla="val 5500"/>
            </a:avLst>
          </a:prstGeom>
          <a:solidFill>
            <a:srgbClr val="DBEAF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9" name="CardAccent"/>
          <p:cNvSpPr/>
          <p:nvPr/>
        </p:nvSpPr>
        <p:spPr>
          <a:xfrm>
            <a:off x="4371160" y="1760000"/>
            <a:ext cx="73152" cy="1790000"/>
          </a:xfrm>
          <a:prstGeom prst="rect">
            <a:avLst/>
          </a:prstGeom>
          <a:solidFill>
            <a:srgbClr val="3B82F6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" name="Card 2 Heading"/>
          <p:cNvSpPr>
            <a:spLocks noGrp="1"/>
          </p:cNvSpPr>
          <p:nvPr>
            <p:ph type="body" idx="3"/>
          </p:nvPr>
        </p:nvSpPr>
        <p:spPr>
          <a:xfrm>
            <a:off x="4621160" y="191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1" name="Card 2 Body"/>
          <p:cNvSpPr>
            <a:spLocks noGrp="1"/>
          </p:cNvSpPr>
          <p:nvPr>
            <p:ph type="body" idx="4"/>
          </p:nvPr>
        </p:nvSpPr>
        <p:spPr>
          <a:xfrm>
            <a:off x="4621160" y="2440000"/>
            <a:ext cx="2999680" cy="95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2" name="Card"/>
          <p:cNvSpPr/>
          <p:nvPr/>
        </p:nvSpPr>
        <p:spPr>
          <a:xfrm>
            <a:off x="8132840" y="1760000"/>
            <a:ext cx="3449680" cy="1790000"/>
          </a:xfrm>
          <a:prstGeom prst="roundRect">
            <a:avLst>
              <a:gd name="adj" fmla="val 5500"/>
            </a:avLst>
          </a:prstGeom>
          <a:solidFill>
            <a:srgbClr val="D1FAE5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3" name="CardAccent"/>
          <p:cNvSpPr/>
          <p:nvPr/>
        </p:nvSpPr>
        <p:spPr>
          <a:xfrm>
            <a:off x="8132840" y="1760000"/>
            <a:ext cx="73152" cy="1790000"/>
          </a:xfrm>
          <a:prstGeom prst="rect">
            <a:avLst/>
          </a:prstGeom>
          <a:solidFill>
            <a:srgbClr val="10B981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4" name="Card 3 Heading"/>
          <p:cNvSpPr>
            <a:spLocks noGrp="1"/>
          </p:cNvSpPr>
          <p:nvPr>
            <p:ph type="body" idx="5"/>
          </p:nvPr>
        </p:nvSpPr>
        <p:spPr>
          <a:xfrm>
            <a:off x="8382840" y="191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5" name="Card 3 Body"/>
          <p:cNvSpPr>
            <a:spLocks noGrp="1"/>
          </p:cNvSpPr>
          <p:nvPr>
            <p:ph type="body" idx="6"/>
          </p:nvPr>
        </p:nvSpPr>
        <p:spPr>
          <a:xfrm>
            <a:off x="8382840" y="2440000"/>
            <a:ext cx="2999680" cy="95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6" name="Card"/>
          <p:cNvSpPr/>
          <p:nvPr/>
        </p:nvSpPr>
        <p:spPr>
          <a:xfrm>
            <a:off x="609480" y="3780000"/>
            <a:ext cx="3449680" cy="1790000"/>
          </a:xfrm>
          <a:prstGeom prst="roundRect">
            <a:avLst>
              <a:gd name="adj" fmla="val 5500"/>
            </a:avLst>
          </a:prstGeom>
          <a:solidFill>
            <a:srgbClr val="EDE9F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7" name="CardAccent"/>
          <p:cNvSpPr/>
          <p:nvPr/>
        </p:nvSpPr>
        <p:spPr>
          <a:xfrm>
            <a:off x="609480" y="3780000"/>
            <a:ext cx="73152" cy="1790000"/>
          </a:xfrm>
          <a:prstGeom prst="rect">
            <a:avLst/>
          </a:prstGeom>
          <a:solidFill>
            <a:srgbClr val="8B5CF6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8" name="Card 4 Heading"/>
          <p:cNvSpPr>
            <a:spLocks noGrp="1"/>
          </p:cNvSpPr>
          <p:nvPr>
            <p:ph type="body" idx="7"/>
          </p:nvPr>
        </p:nvSpPr>
        <p:spPr>
          <a:xfrm>
            <a:off x="859480" y="393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9" name="Card 4 Body"/>
          <p:cNvSpPr>
            <a:spLocks noGrp="1"/>
          </p:cNvSpPr>
          <p:nvPr>
            <p:ph type="body" idx="8"/>
          </p:nvPr>
        </p:nvSpPr>
        <p:spPr>
          <a:xfrm>
            <a:off x="859480" y="4460000"/>
            <a:ext cx="2999680" cy="95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0" name="Card"/>
          <p:cNvSpPr/>
          <p:nvPr/>
        </p:nvSpPr>
        <p:spPr>
          <a:xfrm>
            <a:off x="4371160" y="3780000"/>
            <a:ext cx="3449680" cy="1790000"/>
          </a:xfrm>
          <a:prstGeom prst="roundRect">
            <a:avLst>
              <a:gd name="adj" fmla="val 5500"/>
            </a:avLst>
          </a:prstGeom>
          <a:solidFill>
            <a:srgbClr val="FCE7F3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1" name="CardAccent"/>
          <p:cNvSpPr/>
          <p:nvPr/>
        </p:nvSpPr>
        <p:spPr>
          <a:xfrm>
            <a:off x="4371160" y="3780000"/>
            <a:ext cx="73152" cy="1790000"/>
          </a:xfrm>
          <a:prstGeom prst="rect">
            <a:avLst/>
          </a:prstGeom>
          <a:solidFill>
            <a:srgbClr val="EC4899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2" name="Card 5 Heading"/>
          <p:cNvSpPr>
            <a:spLocks noGrp="1"/>
          </p:cNvSpPr>
          <p:nvPr>
            <p:ph type="body" idx="9"/>
          </p:nvPr>
        </p:nvSpPr>
        <p:spPr>
          <a:xfrm>
            <a:off x="4621160" y="393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33" name="Card 5 Body"/>
          <p:cNvSpPr>
            <a:spLocks noGrp="1"/>
          </p:cNvSpPr>
          <p:nvPr>
            <p:ph type="body" idx="10"/>
          </p:nvPr>
        </p:nvSpPr>
        <p:spPr>
          <a:xfrm>
            <a:off x="4621160" y="4460000"/>
            <a:ext cx="2999680" cy="95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4" name="Card"/>
          <p:cNvSpPr/>
          <p:nvPr/>
        </p:nvSpPr>
        <p:spPr>
          <a:xfrm>
            <a:off x="8132840" y="3780000"/>
            <a:ext cx="3449680" cy="179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5" name="CardAccent"/>
          <p:cNvSpPr/>
          <p:nvPr/>
        </p:nvSpPr>
        <p:spPr>
          <a:xfrm>
            <a:off x="8132840" y="3780000"/>
            <a:ext cx="73152" cy="179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6" name="Card 6 Heading"/>
          <p:cNvSpPr>
            <a:spLocks noGrp="1"/>
          </p:cNvSpPr>
          <p:nvPr>
            <p:ph type="body" idx="11"/>
          </p:nvPr>
        </p:nvSpPr>
        <p:spPr>
          <a:xfrm>
            <a:off x="8382840" y="3930000"/>
            <a:ext cx="299968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37" name="Card 6 Body"/>
          <p:cNvSpPr>
            <a:spLocks noGrp="1"/>
          </p:cNvSpPr>
          <p:nvPr>
            <p:ph type="body" idx="12"/>
          </p:nvPr>
        </p:nvSpPr>
        <p:spPr>
          <a:xfrm>
            <a:off x="8382840" y="4460000"/>
            <a:ext cx="2999680" cy="95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1400" b="0" i="0">
                <a:solidFill>
                  <a:srgbClr val="334155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8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9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40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41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42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42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43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ig Stat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8" name="Subtitle"/>
          <p:cNvSpPr>
            <a:spLocks noGrp="1"/>
          </p:cNvSpPr>
          <p:nvPr>
            <p:ph type="body" idx="11"/>
          </p:nvPr>
        </p:nvSpPr>
        <p:spPr>
          <a:xfrm>
            <a:off x="609480" y="1130000"/>
            <a:ext cx="10973040" cy="43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0" i="0">
                <a:solidFill>
                  <a:srgbClr val="64748B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9" name="Underline"/>
          <p:cNvSpPr/>
          <p:nvPr/>
        </p:nvSpPr>
        <p:spPr>
          <a:xfrm>
            <a:off x="609480" y="161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" name="Stat 1 Number"/>
          <p:cNvSpPr>
            <a:spLocks noGrp="1"/>
          </p:cNvSpPr>
          <p:nvPr>
            <p:ph type="body" idx="1"/>
          </p:nvPr>
        </p:nvSpPr>
        <p:spPr>
          <a:xfrm>
            <a:off x="609480" y="2150000"/>
            <a:ext cx="3454400" cy="120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6000" b="1" i="0">
                <a:solidFill>
                  <a:srgbClr val="F7941E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2" name="Stat 1 Label"/>
          <p:cNvSpPr>
            <a:spLocks noGrp="1"/>
          </p:cNvSpPr>
          <p:nvPr>
            <p:ph type="body" idx="2"/>
          </p:nvPr>
        </p:nvSpPr>
        <p:spPr>
          <a:xfrm>
            <a:off x="609480" y="3500000"/>
            <a:ext cx="3454400" cy="15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6000"/>
              </a:lnSpc>
              <a:defRPr sz="15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3" name="Stat 2 Number"/>
          <p:cNvSpPr>
            <a:spLocks noGrp="1"/>
          </p:cNvSpPr>
          <p:nvPr>
            <p:ph type="body" idx="3"/>
          </p:nvPr>
        </p:nvSpPr>
        <p:spPr>
          <a:xfrm>
            <a:off x="4390880" y="2150000"/>
            <a:ext cx="3454400" cy="120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6000" b="1" i="0">
                <a:solidFill>
                  <a:srgbClr val="3B82F6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4" name="Stat 2 Label"/>
          <p:cNvSpPr>
            <a:spLocks noGrp="1"/>
          </p:cNvSpPr>
          <p:nvPr>
            <p:ph type="body" idx="4"/>
          </p:nvPr>
        </p:nvSpPr>
        <p:spPr>
          <a:xfrm>
            <a:off x="4390880" y="3500000"/>
            <a:ext cx="3454400" cy="15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6000"/>
              </a:lnSpc>
              <a:defRPr sz="15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5" name="Stat 3 Number"/>
          <p:cNvSpPr>
            <a:spLocks noGrp="1"/>
          </p:cNvSpPr>
          <p:nvPr>
            <p:ph type="body" idx="5"/>
          </p:nvPr>
        </p:nvSpPr>
        <p:spPr>
          <a:xfrm>
            <a:off x="8172280" y="2150000"/>
            <a:ext cx="3454400" cy="120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6000" b="1" i="0">
                <a:solidFill>
                  <a:srgbClr val="8B5CF6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6" name="Stat 3 Label"/>
          <p:cNvSpPr>
            <a:spLocks noGrp="1"/>
          </p:cNvSpPr>
          <p:nvPr>
            <p:ph type="body" idx="6"/>
          </p:nvPr>
        </p:nvSpPr>
        <p:spPr>
          <a:xfrm>
            <a:off x="8172280" y="3500000"/>
            <a:ext cx="3454400" cy="15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6000"/>
              </a:lnSpc>
              <a:defRPr sz="15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0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1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2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3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24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24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25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4" name="Subtitle"/>
          <p:cNvSpPr>
            <a:spLocks noGrp="1"/>
          </p:cNvSpPr>
          <p:nvPr>
            <p:ph type="body" idx="11"/>
          </p:nvPr>
        </p:nvSpPr>
        <p:spPr>
          <a:xfrm>
            <a:off x="609480" y="1130000"/>
            <a:ext cx="10973040" cy="43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0" i="0">
                <a:solidFill>
                  <a:srgbClr val="64748B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5" name="Underline"/>
          <p:cNvSpPr/>
          <p:nvPr/>
        </p:nvSpPr>
        <p:spPr>
          <a:xfrm>
            <a:off x="609480" y="161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" name="Step 1 Circle"/>
          <p:cNvSpPr/>
          <p:nvPr/>
        </p:nvSpPr>
        <p:spPr>
          <a:xfrm>
            <a:off x="1956680" y="1840000"/>
            <a:ext cx="760000" cy="760000"/>
          </a:xfrm>
          <a:prstGeom prst="ellipse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Step 1 Number"/>
          <p:cNvSpPr>
            <a:spLocks noGrp="1"/>
          </p:cNvSpPr>
          <p:nvPr>
            <p:ph type="body" idx="1"/>
          </p:nvPr>
        </p:nvSpPr>
        <p:spPr>
          <a:xfrm>
            <a:off x="1956680" y="1840000"/>
            <a:ext cx="760000" cy="76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3200" b="1" i="0">
                <a:solidFill>
                  <a:srgbClr val="FFFFFF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3" name="Step 1 Heading"/>
          <p:cNvSpPr>
            <a:spLocks noGrp="1"/>
          </p:cNvSpPr>
          <p:nvPr>
            <p:ph type="body" idx="2"/>
          </p:nvPr>
        </p:nvSpPr>
        <p:spPr>
          <a:xfrm>
            <a:off x="609480" y="2720000"/>
            <a:ext cx="3454400" cy="52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defRPr sz="18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4" name="Step 1 Detail"/>
          <p:cNvSpPr>
            <a:spLocks noGrp="1"/>
          </p:cNvSpPr>
          <p:nvPr>
            <p:ph type="body" idx="3"/>
          </p:nvPr>
        </p:nvSpPr>
        <p:spPr>
          <a:xfrm>
            <a:off x="609480" y="3260000"/>
            <a:ext cx="3454400" cy="15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2000"/>
              </a:lnSpc>
              <a:defRPr sz="15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5" name="Step 2 Circle"/>
          <p:cNvSpPr/>
          <p:nvPr/>
        </p:nvSpPr>
        <p:spPr>
          <a:xfrm>
            <a:off x="5738080" y="1840000"/>
            <a:ext cx="760000" cy="760000"/>
          </a:xfrm>
          <a:prstGeom prst="ellipse">
            <a:avLst/>
          </a:prstGeom>
          <a:solidFill>
            <a:srgbClr val="3B82F6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Step 2 Number"/>
          <p:cNvSpPr>
            <a:spLocks noGrp="1"/>
          </p:cNvSpPr>
          <p:nvPr>
            <p:ph type="body" idx="4"/>
          </p:nvPr>
        </p:nvSpPr>
        <p:spPr>
          <a:xfrm>
            <a:off x="5738080" y="1840000"/>
            <a:ext cx="760000" cy="76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3200" b="1" i="0">
                <a:solidFill>
                  <a:srgbClr val="FFFFFF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7" name="Step 2 Heading"/>
          <p:cNvSpPr>
            <a:spLocks noGrp="1"/>
          </p:cNvSpPr>
          <p:nvPr>
            <p:ph type="body" idx="5"/>
          </p:nvPr>
        </p:nvSpPr>
        <p:spPr>
          <a:xfrm>
            <a:off x="4390880" y="2720000"/>
            <a:ext cx="3454400" cy="52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defRPr sz="18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8" name="Step 2 Detail"/>
          <p:cNvSpPr>
            <a:spLocks noGrp="1"/>
          </p:cNvSpPr>
          <p:nvPr>
            <p:ph type="body" idx="6"/>
          </p:nvPr>
        </p:nvSpPr>
        <p:spPr>
          <a:xfrm>
            <a:off x="4390880" y="3260000"/>
            <a:ext cx="3454400" cy="15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2000"/>
              </a:lnSpc>
              <a:defRPr sz="15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9" name="Step 3 Circle"/>
          <p:cNvSpPr/>
          <p:nvPr/>
        </p:nvSpPr>
        <p:spPr>
          <a:xfrm>
            <a:off x="9519480" y="1840000"/>
            <a:ext cx="760000" cy="760000"/>
          </a:xfrm>
          <a:prstGeom prst="ellipse">
            <a:avLst/>
          </a:prstGeom>
          <a:solidFill>
            <a:srgbClr val="8B5CF6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0" name="Step 3 Number"/>
          <p:cNvSpPr>
            <a:spLocks noGrp="1"/>
          </p:cNvSpPr>
          <p:nvPr>
            <p:ph type="body" idx="7"/>
          </p:nvPr>
        </p:nvSpPr>
        <p:spPr>
          <a:xfrm>
            <a:off x="9519480" y="1840000"/>
            <a:ext cx="760000" cy="76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3200" b="1" i="0">
                <a:solidFill>
                  <a:srgbClr val="FFFFFF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1" name="Step 3 Heading"/>
          <p:cNvSpPr>
            <a:spLocks noGrp="1"/>
          </p:cNvSpPr>
          <p:nvPr>
            <p:ph type="body" idx="8"/>
          </p:nvPr>
        </p:nvSpPr>
        <p:spPr>
          <a:xfrm>
            <a:off x="8172280" y="2720000"/>
            <a:ext cx="3454400" cy="52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defRPr sz="18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2" name="Step 3 Detail"/>
          <p:cNvSpPr>
            <a:spLocks noGrp="1"/>
          </p:cNvSpPr>
          <p:nvPr>
            <p:ph type="body" idx="9"/>
          </p:nvPr>
        </p:nvSpPr>
        <p:spPr>
          <a:xfrm>
            <a:off x="8172280" y="3260000"/>
            <a:ext cx="3454400" cy="15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2000"/>
              </a:lnSpc>
              <a:defRPr sz="15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6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7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8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9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30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30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31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ricing / Tier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7" name="Subtitle"/>
          <p:cNvSpPr>
            <a:spLocks noGrp="1"/>
          </p:cNvSpPr>
          <p:nvPr>
            <p:ph type="body" idx="11"/>
          </p:nvPr>
        </p:nvSpPr>
        <p:spPr>
          <a:xfrm>
            <a:off x="609480" y="1130000"/>
            <a:ext cx="10973040" cy="43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0" i="0">
                <a:solidFill>
                  <a:srgbClr val="64748B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8" name="Underline"/>
          <p:cNvSpPr/>
          <p:nvPr/>
        </p:nvSpPr>
        <p:spPr>
          <a:xfrm>
            <a:off x="609480" y="161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" name="Tier 1 Card"/>
          <p:cNvSpPr/>
          <p:nvPr/>
        </p:nvSpPr>
        <p:spPr>
          <a:xfrm>
            <a:off x="609480" y="1700000"/>
            <a:ext cx="3454400" cy="3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2" name="Tier 1 Band"/>
          <p:cNvSpPr/>
          <p:nvPr/>
        </p:nvSpPr>
        <p:spPr>
          <a:xfrm>
            <a:off x="609480" y="1700000"/>
            <a:ext cx="3454400" cy="680000"/>
          </a:xfrm>
          <a:prstGeom prst="roundRect">
            <a:avLst>
              <a:gd name="adj" fmla="val 4000"/>
            </a:avLst>
          </a:prstGeom>
          <a:solidFill>
            <a:srgbClr val="64748B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Tier 1 Name"/>
          <p:cNvSpPr>
            <a:spLocks noGrp="1"/>
          </p:cNvSpPr>
          <p:nvPr>
            <p:ph type="body" idx="1"/>
          </p:nvPr>
        </p:nvSpPr>
        <p:spPr>
          <a:xfrm>
            <a:off x="609480" y="1750000"/>
            <a:ext cx="3454400" cy="56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1900" b="1" i="0">
                <a:solidFill>
                  <a:srgbClr val="FFFFFF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4" name="Tier 1 Price"/>
          <p:cNvSpPr>
            <a:spLocks noGrp="1"/>
          </p:cNvSpPr>
          <p:nvPr>
            <p:ph type="body" idx="2"/>
          </p:nvPr>
        </p:nvSpPr>
        <p:spPr>
          <a:xfrm>
            <a:off x="759480" y="2500000"/>
            <a:ext cx="3154400" cy="76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5" name="Tier 1 Features"/>
          <p:cNvSpPr>
            <a:spLocks noGrp="1"/>
          </p:cNvSpPr>
          <p:nvPr>
            <p:ph type="body" idx="3"/>
          </p:nvPr>
        </p:nvSpPr>
        <p:spPr>
          <a:xfrm>
            <a:off x="869480" y="3380000"/>
            <a:ext cx="2934400" cy="21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6000"/>
              </a:lnSpc>
              <a:defRPr sz="14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6" name="Tier 2 Card"/>
          <p:cNvSpPr/>
          <p:nvPr/>
        </p:nvSpPr>
        <p:spPr>
          <a:xfrm>
            <a:off x="4390880" y="1700000"/>
            <a:ext cx="3454400" cy="3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F7941E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7" name="Tier 2 Band"/>
          <p:cNvSpPr/>
          <p:nvPr/>
        </p:nvSpPr>
        <p:spPr>
          <a:xfrm>
            <a:off x="4390880" y="1700000"/>
            <a:ext cx="3454400" cy="680000"/>
          </a:xfrm>
          <a:prstGeom prst="roundRect">
            <a:avLst>
              <a:gd name="adj" fmla="val 4000"/>
            </a:avLst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8" name="Tier 2 Name"/>
          <p:cNvSpPr>
            <a:spLocks noGrp="1"/>
          </p:cNvSpPr>
          <p:nvPr>
            <p:ph type="body" idx="4"/>
          </p:nvPr>
        </p:nvSpPr>
        <p:spPr>
          <a:xfrm>
            <a:off x="4390880" y="1750000"/>
            <a:ext cx="3454400" cy="56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1900" b="1" i="0">
                <a:solidFill>
                  <a:srgbClr val="FFFFFF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9" name="Tier 2 Price"/>
          <p:cNvSpPr>
            <a:spLocks noGrp="1"/>
          </p:cNvSpPr>
          <p:nvPr>
            <p:ph type="body" idx="5"/>
          </p:nvPr>
        </p:nvSpPr>
        <p:spPr>
          <a:xfrm>
            <a:off x="4540880" y="2500000"/>
            <a:ext cx="3154400" cy="76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0" name="Tier 2 Features"/>
          <p:cNvSpPr>
            <a:spLocks noGrp="1"/>
          </p:cNvSpPr>
          <p:nvPr>
            <p:ph type="body" idx="6"/>
          </p:nvPr>
        </p:nvSpPr>
        <p:spPr>
          <a:xfrm>
            <a:off x="4650880" y="3380000"/>
            <a:ext cx="2934400" cy="21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6000"/>
              </a:lnSpc>
              <a:defRPr sz="14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1" name="Tier 3 Card"/>
          <p:cNvSpPr/>
          <p:nvPr/>
        </p:nvSpPr>
        <p:spPr>
          <a:xfrm>
            <a:off x="8172280" y="1700000"/>
            <a:ext cx="3454400" cy="390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22" name="Tier 3 Band"/>
          <p:cNvSpPr/>
          <p:nvPr/>
        </p:nvSpPr>
        <p:spPr>
          <a:xfrm>
            <a:off x="8172280" y="1700000"/>
            <a:ext cx="3454400" cy="680000"/>
          </a:xfrm>
          <a:prstGeom prst="roundRect">
            <a:avLst>
              <a:gd name="adj" fmla="val 4000"/>
            </a:avLst>
          </a:prstGeom>
          <a:solidFill>
            <a:srgbClr val="3B82F6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3" name="Tier 3 Name"/>
          <p:cNvSpPr>
            <a:spLocks noGrp="1"/>
          </p:cNvSpPr>
          <p:nvPr>
            <p:ph type="body" idx="7"/>
          </p:nvPr>
        </p:nvSpPr>
        <p:spPr>
          <a:xfrm>
            <a:off x="8172280" y="1750000"/>
            <a:ext cx="3454400" cy="56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1900" b="1" i="0">
                <a:solidFill>
                  <a:srgbClr val="FFFFFF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4" name="Tier 3 Price"/>
          <p:cNvSpPr>
            <a:spLocks noGrp="1"/>
          </p:cNvSpPr>
          <p:nvPr>
            <p:ph type="body" idx="8"/>
          </p:nvPr>
        </p:nvSpPr>
        <p:spPr>
          <a:xfrm>
            <a:off x="8322280" y="2500000"/>
            <a:ext cx="3154400" cy="760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ctr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25" name="Tier 3 Features"/>
          <p:cNvSpPr>
            <a:spLocks noGrp="1"/>
          </p:cNvSpPr>
          <p:nvPr>
            <p:ph type="body" idx="9"/>
          </p:nvPr>
        </p:nvSpPr>
        <p:spPr>
          <a:xfrm>
            <a:off x="8432280" y="3380000"/>
            <a:ext cx="2934400" cy="21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6000"/>
              </a:lnSpc>
              <a:defRPr sz="1400" b="0" i="0">
                <a:solidFill>
                  <a:srgbClr val="475569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9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0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31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32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33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33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34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7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3600" b="1" i="0">
                <a:solidFill>
                  <a:srgbClr val="0F172A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2" name="Subtitle"/>
          <p:cNvSpPr>
            <a:spLocks noGrp="1"/>
          </p:cNvSpPr>
          <p:nvPr>
            <p:ph type="body" idx="11"/>
          </p:nvPr>
        </p:nvSpPr>
        <p:spPr>
          <a:xfrm>
            <a:off x="609480" y="1130000"/>
            <a:ext cx="10973040" cy="43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700" b="0" i="0">
                <a:solidFill>
                  <a:srgbClr val="64748B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3" name="Underline"/>
          <p:cNvSpPr/>
          <p:nvPr/>
        </p:nvSpPr>
        <p:spPr>
          <a:xfrm>
            <a:off x="609480" y="1610000"/>
            <a:ext cx="1691640" cy="36576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Card"/>
          <p:cNvSpPr/>
          <p:nvPr/>
        </p:nvSpPr>
        <p:spPr>
          <a:xfrm>
            <a:off x="609480" y="5800000"/>
            <a:ext cx="10973040" cy="380000"/>
          </a:xfrm>
          <a:prstGeom prst="roundRect">
            <a:avLst>
              <a:gd name="adj" fmla="val 5500"/>
            </a:avLst>
          </a:prstGeom>
          <a:solidFill>
            <a:srgbClr val="FDEAD7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5" name="CardAccent"/>
          <p:cNvSpPr/>
          <p:nvPr/>
        </p:nvSpPr>
        <p:spPr>
          <a:xfrm>
            <a:off x="609480" y="5800000"/>
            <a:ext cx="73152" cy="38000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Key Message"/>
          <p:cNvSpPr>
            <a:spLocks noGrp="1"/>
          </p:cNvSpPr>
          <p:nvPr>
            <p:ph type="body" idx="14"/>
          </p:nvPr>
        </p:nvSpPr>
        <p:spPr>
          <a:xfrm>
            <a:off x="909480" y="5828000"/>
            <a:ext cx="10413040" cy="324000"/>
          </a:xfrm>
          <a:prstGeom prst="rect">
            <a:avLst/>
          </a:prstGeom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08000"/>
              </a:lnSpc>
              <a:defRPr sz="1300" b="0" i="0">
                <a:solidFill>
                  <a:srgbClr val="0F172A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7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18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18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19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Quote / Statement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opLine"/>
          <p:cNvSpPr/>
          <p:nvPr/>
        </p:nvSpPr>
        <p:spPr>
          <a:xfrm>
            <a:off x="0" y="0"/>
            <a:ext cx="12192000" cy="3456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40000">
                <a:srgbClr val="3B82F6"/>
              </a:gs>
              <a:gs pos="70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GlowCircle"/>
          <p:cNvSpPr/>
          <p:nvPr/>
        </p:nvSpPr>
        <p:spPr>
          <a:xfrm>
            <a:off x="8229600" y="-914400"/>
            <a:ext cx="4569840" cy="4569840"/>
          </a:xfrm>
          <a:prstGeom prst="ellipse">
            <a:avLst/>
          </a:prstGeom>
          <a:gradFill rotWithShape="0">
            <a:gsLst>
              <a:gs pos="0">
                <a:srgbClr val="F7941E">
                  <a:alpha val="15000"/>
                </a:srgbClr>
              </a:gs>
              <a:gs pos="100000">
                <a:srgbClr val="F7941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QuoteMark"/>
          <p:cNvSpPr/>
          <p:nvPr/>
        </p:nvSpPr>
        <p:spPr>
          <a:xfrm>
            <a:off x="609480" y="1120000"/>
            <a:ext cx="1900000" cy="1400000"/>
          </a:xfrm>
          <a:prstGeom prst="rect">
            <a:avLst/>
          </a:prstGeom>
          <a:noFill/>
        </p:spPr>
        <p:txBody>
          <a:bodyPr lIns="0" tIns="0" rIns="0" bIns="0">
            <a:noAutofit/>
          </a:bodyPr>
          <a:lstStyle/>
          <a:p>
            <a:r>
              <a:rPr lang="en-GB" sz="9600" b="1">
                <a:solidFill>
                  <a:srgbClr val="F7941E"/>
                </a:solidFill>
                <a:latin typeface="+mj-lt"/>
              </a:rPr>
              <a:t>“</a:t>
            </a:r>
          </a:p>
        </p:txBody>
      </p:sp>
      <p:sp>
        <p:nvSpPr>
          <p:cNvPr id="14" name="Quote"/>
          <p:cNvSpPr>
            <a:spLocks noGrp="1"/>
          </p:cNvSpPr>
          <p:nvPr>
            <p:ph type="body" idx="1"/>
          </p:nvPr>
        </p:nvSpPr>
        <p:spPr>
          <a:xfrm>
            <a:off x="609480" y="2520000"/>
            <a:ext cx="10973040" cy="22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6000"/>
              </a:lnSpc>
              <a:defRPr sz="3200" b="0" i="0">
                <a:solidFill>
                  <a:srgbClr val="FFFFFF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5" name="Attribution"/>
          <p:cNvSpPr>
            <a:spLocks noGrp="1"/>
          </p:cNvSpPr>
          <p:nvPr>
            <p:ph type="body" idx="11"/>
          </p:nvPr>
        </p:nvSpPr>
        <p:spPr>
          <a:xfrm>
            <a:off x="609480" y="4900000"/>
            <a:ext cx="1097304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600" b="0" i="0">
                <a:solidFill>
                  <a:srgbClr val="94A3B8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6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FFFFFF"/>
                </a:solidFill>
              </a:rPr>
              <a:t>Spark</a:t>
            </a:r>
          </a:p>
        </p:txBody>
      </p:sp>
      <p:sp>
        <p:nvSpPr>
          <p:cNvPr id="17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17}" type="slidenum">
              <a:rPr lang="en-GB" sz="1100">
                <a:solidFill>
                  <a:srgbClr val="94A3B8"/>
                </a:solidFill>
              </a:rPr>
              <a:t>‹#›</a:t>
            </a:fld>
            <a:endParaRPr lang="en-GB" sz="1100">
              <a:solidFill>
                <a:srgbClr val="94A3B8"/>
              </a:solidFill>
            </a:endParaRPr>
          </a:p>
        </p:txBody>
      </p:sp>
      <p:sp>
        <p:nvSpPr>
          <p:cNvPr id="18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losing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opLine"/>
          <p:cNvSpPr/>
          <p:nvPr/>
        </p:nvSpPr>
        <p:spPr>
          <a:xfrm>
            <a:off x="0" y="0"/>
            <a:ext cx="12192000" cy="3456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40000">
                <a:srgbClr val="3B82F6"/>
              </a:gs>
              <a:gs pos="70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GlowCircle"/>
          <p:cNvSpPr/>
          <p:nvPr/>
        </p:nvSpPr>
        <p:spPr>
          <a:xfrm>
            <a:off x="8229600" y="-914400"/>
            <a:ext cx="4569840" cy="4569840"/>
          </a:xfrm>
          <a:prstGeom prst="ellipse">
            <a:avLst/>
          </a:prstGeom>
          <a:gradFill rotWithShape="0">
            <a:gsLst>
              <a:gs pos="0">
                <a:srgbClr val="F7941E">
                  <a:alpha val="15000"/>
                </a:srgbClr>
              </a:gs>
              <a:gs pos="100000">
                <a:srgbClr val="F7941E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3" name="LeftAccent"/>
          <p:cNvSpPr/>
          <p:nvPr/>
        </p:nvSpPr>
        <p:spPr>
          <a:xfrm>
            <a:off x="731520" y="1371600"/>
            <a:ext cx="45720" cy="310896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4" name="Title"/>
          <p:cNvSpPr>
            <a:spLocks noGrp="1"/>
          </p:cNvSpPr>
          <p:nvPr>
            <p:ph type="title"/>
          </p:nvPr>
        </p:nvSpPr>
        <p:spPr>
          <a:xfrm>
            <a:off x="914400" y="1371600"/>
            <a:ext cx="9599040" cy="109728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5400" b="1" i="0">
                <a:solidFill>
                  <a:srgbClr val="FFFFFF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5" name="Divider"/>
          <p:cNvSpPr/>
          <p:nvPr/>
        </p:nvSpPr>
        <p:spPr>
          <a:xfrm>
            <a:off x="914400" y="2480000"/>
            <a:ext cx="3200400" cy="22860"/>
          </a:xfrm>
          <a:prstGeom prst="rect">
            <a:avLst/>
          </a:prstGeom>
          <a:solidFill>
            <a:srgbClr val="F7941E"/>
          </a:solidFill>
          <a:ln w="0"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6" name="Name"/>
          <p:cNvSpPr>
            <a:spLocks noGrp="1"/>
          </p:cNvSpPr>
          <p:nvPr>
            <p:ph type="body" idx="1"/>
          </p:nvPr>
        </p:nvSpPr>
        <p:spPr>
          <a:xfrm>
            <a:off x="914400" y="2620000"/>
            <a:ext cx="5400000" cy="4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2000" b="1" i="0">
                <a:solidFill>
                  <a:srgbClr val="FFFFFF"/>
                </a:solidFill>
                <a:latin typeface="+mj-lt"/>
              </a:defRPr>
            </a:lvl1pPr>
          </a:lstStyle>
          <a:p>
            <a:endParaRPr lang="en-GB"/>
          </a:p>
        </p:txBody>
      </p:sp>
      <p:sp>
        <p:nvSpPr>
          <p:cNvPr id="17" name="Role / Title"/>
          <p:cNvSpPr>
            <a:spLocks noGrp="1"/>
          </p:cNvSpPr>
          <p:nvPr>
            <p:ph type="body" idx="11"/>
          </p:nvPr>
        </p:nvSpPr>
        <p:spPr>
          <a:xfrm>
            <a:off x="914400" y="3090000"/>
            <a:ext cx="5400000" cy="38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600" b="1" i="0">
                <a:solidFill>
                  <a:srgbClr val="F7941E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8" name="Contact details"/>
          <p:cNvSpPr>
            <a:spLocks noGrp="1"/>
          </p:cNvSpPr>
          <p:nvPr>
            <p:ph type="body" idx="2"/>
          </p:nvPr>
        </p:nvSpPr>
        <p:spPr>
          <a:xfrm>
            <a:off x="914400" y="3620000"/>
            <a:ext cx="5400000" cy="150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32000"/>
              </a:lnSpc>
              <a:defRPr sz="1500" b="0" i="0">
                <a:solidFill>
                  <a:srgbClr val="E2E8F0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19" name="Second-Column Heading"/>
          <p:cNvSpPr>
            <a:spLocks noGrp="1"/>
          </p:cNvSpPr>
          <p:nvPr>
            <p:ph type="body" idx="3"/>
          </p:nvPr>
        </p:nvSpPr>
        <p:spPr>
          <a:xfrm>
            <a:off x="6858000" y="3090000"/>
            <a:ext cx="4700000" cy="38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defRPr sz="1400" b="1" i="0" spc="200">
                <a:solidFill>
                  <a:srgbClr val="F7941E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0" name="Second-Column Content"/>
          <p:cNvSpPr>
            <a:spLocks noGrp="1"/>
          </p:cNvSpPr>
          <p:nvPr>
            <p:ph type="body" idx="4"/>
          </p:nvPr>
        </p:nvSpPr>
        <p:spPr>
          <a:xfrm>
            <a:off x="6858000" y="3560000"/>
            <a:ext cx="4700000" cy="15600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30000"/>
              </a:lnSpc>
              <a:defRPr sz="1400" b="0" i="0">
                <a:solidFill>
                  <a:srgbClr val="E2E8F0"/>
                </a:solidFill>
                <a:latin typeface="+mn-lt"/>
              </a:defRPr>
            </a:lvl1pPr>
          </a:lstStyle>
          <a:p>
            <a:endParaRPr lang="en-GB"/>
          </a:p>
        </p:txBody>
      </p:sp>
      <p:sp>
        <p:nvSpPr>
          <p:cNvPr id="21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FFFFFF"/>
                </a:solidFill>
              </a:rPr>
              <a:t>Spark</a:t>
            </a:r>
          </a:p>
        </p:txBody>
      </p:sp>
      <p:sp>
        <p:nvSpPr>
          <p:cNvPr id="22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12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012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13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609480" y="350000"/>
            <a:ext cx="10973040" cy="820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GB"/>
              <a:t>Click to edit Master title</a:t>
            </a:r>
          </a:p>
        </p:txBody>
      </p:sp>
      <p:sp>
        <p:nvSpPr>
          <p:cNvPr id="3" name="Body Placeholder"/>
          <p:cNvSpPr>
            <a:spLocks noGrp="1"/>
          </p:cNvSpPr>
          <p:nvPr>
            <p:ph type="body" idx="1"/>
          </p:nvPr>
        </p:nvSpPr>
        <p:spPr>
          <a:xfrm>
            <a:off x="609480" y="1500000"/>
            <a:ext cx="10973040" cy="470000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/>
            <a:r>
              <a:rPr lang="en-GB"/>
              <a:t>Master text styles</a:t>
            </a:r>
          </a:p>
        </p:txBody>
      </p:sp>
      <p:sp>
        <p:nvSpPr>
          <p:cNvPr id="904" name="FooterWordmark"/>
          <p:cNvSpPr/>
          <p:nvPr/>
        </p:nvSpPr>
        <p:spPr>
          <a:xfrm>
            <a:off x="609480" y="6350000"/>
            <a:ext cx="2600000" cy="330000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/>
          <a:p>
            <a:pPr algn="l"/>
            <a:r>
              <a:rPr lang="en-GB" sz="1200" b="1">
                <a:solidFill>
                  <a:srgbClr val="F7941E"/>
                </a:solidFill>
              </a:rPr>
              <a:t>Feed</a:t>
            </a:r>
            <a:r>
              <a:rPr lang="en-GB" sz="1200" b="1">
                <a:solidFill>
                  <a:srgbClr val="0F172A"/>
                </a:solidFill>
              </a:rPr>
              <a:t>Spark</a:t>
            </a:r>
          </a:p>
        </p:txBody>
      </p:sp>
      <p:sp>
        <p:nvSpPr>
          <p:cNvPr id="905" name="SlideNumber"/>
          <p:cNvSpPr>
            <a:spLocks noGrp="1"/>
          </p:cNvSpPr>
          <p:nvPr>
            <p:ph type="sldNum" sz="quarter" idx="20"/>
          </p:nvPr>
        </p:nvSpPr>
        <p:spPr>
          <a:xfrm>
            <a:off x="11100000" y="6350000"/>
            <a:ext cx="680000" cy="33000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r"/>
            <a:fld id="{B7C0E5A0-0001-4F2A-9C00-000000000905}" type="slidenum">
              <a:rPr lang="en-GB" sz="1100">
                <a:solidFill>
                  <a:srgbClr val="64748B"/>
                </a:solidFill>
              </a:rPr>
              <a:t>‹#›</a:t>
            </a:fld>
            <a:endParaRPr lang="en-GB" sz="1100">
              <a:solidFill>
                <a:srgbClr val="64748B"/>
              </a:solidFill>
            </a:endParaRPr>
          </a:p>
        </p:txBody>
      </p:sp>
      <p:sp>
        <p:nvSpPr>
          <p:cNvPr id="901" name="GradientBar"/>
          <p:cNvSpPr/>
          <p:nvPr/>
        </p:nvSpPr>
        <p:spPr>
          <a:xfrm>
            <a:off x="0" y="6705600"/>
            <a:ext cx="12192000" cy="152400"/>
          </a:xfrm>
          <a:prstGeom prst="rect">
            <a:avLst/>
          </a:prstGeom>
          <a:gradFill rotWithShape="0">
            <a:gsLst>
              <a:gs pos="0">
                <a:srgbClr val="F7941E"/>
              </a:gs>
              <a:gs pos="28000">
                <a:srgbClr val="3B82F6"/>
              </a:gs>
              <a:gs pos="55000">
                <a:srgbClr val="3B82F6"/>
              </a:gs>
              <a:gs pos="78000">
                <a:srgbClr val="8B5CF6"/>
              </a:gs>
              <a:gs pos="100000">
                <a:srgbClr val="EC4899"/>
              </a:gs>
            </a:gsLst>
            <a:lin ang="0"/>
          </a:gradFill>
          <a:ln w="0">
            <a:noFill/>
          </a:ln>
        </p:spPr>
        <p:txBody>
          <a:bodyPr/>
          <a:lstStyle/>
          <a:p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>
        <a:lnSpc>
          <a:spcPct val="100000"/>
        </a:lnSpc>
        <a:defRPr sz="3600" b="1">
          <a:solidFill>
            <a:srgbClr val="0F172A"/>
          </a:solidFill>
          <a:latin typeface="+mj-lt"/>
        </a:defRPr>
      </a:lvl1pPr>
    </p:titleStyle>
    <p:bodyStyle>
      <a:lvl1pPr marL="0" indent="0">
        <a:lnSpc>
          <a:spcPct val="118000"/>
        </a:lnSpc>
        <a:spcBef>
          <a:spcPts val="600"/>
        </a:spcBef>
        <a:buNone/>
        <a:defRPr sz="1600">
          <a:solidFill>
            <a:srgbClr val="475569"/>
          </a:solidFill>
          <a:latin typeface="+mn-lt"/>
        </a:defRPr>
      </a:lvl1pPr>
      <a:lvl2pPr marL="274320" indent="-274320">
        <a:lnSpc>
          <a:spcPct val="118000"/>
        </a:lnSpc>
        <a:spcBef>
          <a:spcPts val="500"/>
        </a:spcBef>
        <a:buClr>
          <a:srgbClr val="F7941E"/>
        </a:buClr>
        <a:buFont typeface="Arial"/>
        <a:buChar char="•"/>
        <a:defRPr sz="1500">
          <a:solidFill>
            <a:srgbClr val="475569"/>
          </a:solidFill>
          <a:latin typeface="+mn-lt"/>
        </a:defRPr>
      </a:lvl2pPr>
      <a:lvl3pPr marL="548640" indent="-274320">
        <a:spcBef>
          <a:spcPts val="300"/>
        </a:spcBef>
        <a:buClr>
          <a:srgbClr val="94A3B8"/>
        </a:buClr>
        <a:buFont typeface="Arial"/>
        <a:buChar char="–"/>
        <a:defRPr sz="1400">
          <a:solidFill>
            <a:srgbClr val="475569"/>
          </a:solidFill>
        </a:defRPr>
      </a:lvl3pPr>
    </p:bodyStyle>
    <p:otherStyle>
      <a:defPPr>
        <a:defRPr lang="en-GB"/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Six areas to take forward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/>
          </p:nvPr>
        </p:nvSpPr>
        <p:spPr/>
        <p:txBody>
          <a:bodyPr wrap="square"/>
          <a:lstStyle/>
          <a:p>
            <a:r>
              <a:t>The August strategy review, grouped into workstreams.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AI content optimisation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"/>
          </p:nvPr>
        </p:nvSpPr>
        <p:spPr/>
        <p:txBody>
          <a:bodyPr wrap="square"/>
          <a:lstStyle/>
          <a:p>
            <a:r>
              <a:rPr sz="1320"/>
              <a:t>Search-intent titles, 500+ character descriptions, visual attributes read from imagery. Tachyon tiers — Basic, Medium, Advanced — per cohort.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"/>
          </p:nvPr>
        </p:nvSpPr>
        <p:spPr/>
        <p:txBody>
          <a:bodyPr wrap="square"/>
          <a:lstStyle/>
          <a:p>
            <a:r>
              <a:t>Conversational attributes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"/>
          </p:nvPr>
        </p:nvSpPr>
        <p:spPr/>
        <p:txBody>
          <a:bodyPr wrap="square"/>
          <a:lstStyle/>
          <a:p>
            <a:r>
              <a:t>item_group_title, variant_option, related_product, question_and_answer — the fields Google reads for AI answers.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5"/>
          </p:nvPr>
        </p:nvSpPr>
        <p:spPr/>
        <p:txBody>
          <a:bodyPr wrap="square"/>
          <a:lstStyle/>
          <a:p>
            <a:r>
              <a:t>Overlay services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6"/>
          </p:nvPr>
        </p:nvSpPr>
        <p:spPr/>
        <p:txBody>
          <a:bodyPr wrap="square"/>
          <a:lstStyle/>
          <a:p>
            <a:r>
              <a:t>Dynamic stock and countdown overlays on Social; promo overlays in the Shopping carousel. Mock-ups shared, PPC in test.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7"/>
          </p:nvPr>
        </p:nvSpPr>
        <p:spPr/>
        <p:txBody>
          <a:bodyPr wrap="square"/>
          <a:lstStyle/>
          <a:p>
            <a:r>
              <a:t>Keyword &amp; peak planning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8"/>
          </p:nvPr>
        </p:nvSpPr>
        <p:spPr/>
        <p:txBody>
          <a:bodyPr wrap="square"/>
          <a:lstStyle/>
          <a:p>
            <a:r>
              <a:t>Rolling six-month keyword planner to 70–80% product-type saturation, aligned to Black Friday and Christmas.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9"/>
          </p:nvPr>
        </p:nvSpPr>
        <p:spPr/>
        <p:txBody>
          <a:bodyPr wrap="square"/>
          <a:lstStyle/>
          <a:p>
            <a:r>
              <a:t>ALP — landing pages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0"/>
          </p:nvPr>
        </p:nvSpPr>
        <p:spPr/>
        <p:txBody>
          <a:bodyPr wrap="square"/>
          <a:lstStyle/>
          <a:p>
            <a:r>
              <a:t>Route Shopping traffic to category pages, not product pages: longer dwell, stronger conversion. Not yet scoped.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11"/>
          </p:nvPr>
        </p:nvSpPr>
        <p:spPr/>
        <p:txBody>
          <a:bodyPr wrap="square"/>
          <a:lstStyle/>
          <a:p>
            <a:r>
              <a:t>LIA reactivation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12"/>
          </p:nvPr>
        </p:nvSpPr>
        <p:spPr/>
        <p:txBody>
          <a:bodyPr wrap="square"/>
          <a:lstStyle/>
          <a:p>
            <a:r>
              <a:t>Lock down store-ID and stock-inventory requirements. The newest lane, open since the two-year review.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14"/>
          </p:nvPr>
        </p:nvSpPr>
        <p:spPr/>
        <p:txBody>
          <a:bodyPr wrap="square"/>
          <a:lstStyle/>
          <a:p>
            <a:r>
              <a:t>The first four cover the eleven tracked actions; ALP and LIA are open lanes still to be scoped.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FeedSpark Modern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F7941E"/>
      </a:accent1>
      <a:accent2>
        <a:srgbClr val="0F172A"/>
      </a:accent2>
      <a:accent3>
        <a:srgbClr val="3B82F6"/>
      </a:accent3>
      <a:accent4>
        <a:srgbClr val="10B981"/>
      </a:accent4>
      <a:accent5>
        <a:srgbClr val="8B5CF6"/>
      </a:accent5>
      <a:accent6>
        <a:srgbClr val="EC4899"/>
      </a:accent6>
      <a:hlink>
        <a:srgbClr val="F7941E"/>
      </a:hlink>
      <a:folHlink>
        <a:srgbClr val="94A3B8"/>
      </a:folHlink>
    </a:clrScheme>
    <a:fontScheme name="FeedSpark Modern">
      <a:majorFont>
        <a:latin typeface="Inter" panose="02110004020202020204"/>
        <a:ea typeface=""/>
        <a:cs typeface=""/>
      </a:majorFont>
      <a:minorFont>
        <a:latin typeface="Inter" panose="0211000402020202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4449</Words>
  <Application>Microsoft Office PowerPoint</Application>
  <PresentationFormat>Widescreen</PresentationFormat>
  <Paragraphs>523</Paragraphs>
  <Slides>50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Inter</vt:lpstr>
      <vt:lpstr>Office Theme</vt:lpstr>
      <vt:lpstr>Superdry × FeedSpark</vt:lpstr>
      <vt:lpstr>PowerPoint Presentation</vt:lpstr>
      <vt:lpstr>What we’ll cover</vt:lpstr>
      <vt:lpstr>Service scope &amp; scale</vt:lpstr>
      <vt:lpstr>The programme in five numbers</vt:lpstr>
      <vt:lpstr>Channels and coverage</vt:lpstr>
      <vt:lpstr>Where the hours went — by market</vt:lpstr>
      <vt:lpstr>The delivery stack</vt:lpstr>
      <vt:lpstr>Four layers, live on the account today</vt:lpstr>
      <vt:lpstr>Review &amp; project recap</vt:lpstr>
      <vt:lpstr>Where the plan stands</vt:lpstr>
      <vt:lpstr>Action by action — what’s closed</vt:lpstr>
      <vt:lpstr>Action by action — open and parked</vt:lpstr>
      <vt:lpstr>The look-back period</vt:lpstr>
      <vt:lpstr>Sustained delivery, Jul 2024 → Jul 2026</vt:lpstr>
      <vt:lpstr>By activity type</vt:lpstr>
      <vt:lpstr>The task families behind the hours</vt:lpstr>
      <vt:lpstr>The value delivered</vt:lpstr>
      <vt:lpstr>Two years delivered, a third given</vt:lpstr>
      <vt:lpstr>The invested-hours story</vt:lpstr>
      <vt:lpstr>The protection work, quantified</vt:lpstr>
      <vt:lpstr>Automation &amp; readiness</vt:lpstr>
      <vt:lpstr>What runs on rules</vt:lpstr>
      <vt:lpstr>What still needs a hand</vt:lpstr>
      <vt:lpstr>The A/B test archive</vt:lpstr>
      <vt:lpstr>36 tests, read straight</vt:lpstr>
      <vt:lpstr>The archive by test type</vt:lpstr>
      <vt:lpstr>Reading the average straight</vt:lpstr>
      <vt:lpstr>Keyword tests — the results that moved</vt:lpstr>
      <vt:lpstr>Brand in the title — it depends</vt:lpstr>
      <vt:lpstr>External benchmark — retail feeds</vt:lpstr>
      <vt:lpstr>Four launches that woke dormant stock</vt:lpstr>
      <vt:lpstr>Team &amp; ways of working</vt:lpstr>
      <vt:lpstr>One manager, one pod, one cadence</vt:lpstr>
      <vt:lpstr>How work moves</vt:lpstr>
      <vt:lpstr>Feed optimisation score</vt:lpstr>
      <vt:lpstr>Superdry feed optimisation — 70 / 100</vt:lpstr>
      <vt:lpstr>The GB feed, scored — 22,527 SKUs</vt:lpstr>
      <vt:lpstr>Where plan and feed agree — and don’t</vt:lpstr>
      <vt:lpstr>A second internal signal worth flagging</vt:lpstr>
      <vt:lpstr>AI readiness</vt:lpstr>
      <vt:lpstr>Where Superdry sits on the climb</vt:lpstr>
      <vt:lpstr>AI-readiness audit — Superdry GB</vt:lpstr>
      <vt:lpstr>PowerPoint Presentation</vt:lpstr>
      <vt:lpstr>Roadmap — next quarter</vt:lpstr>
      <vt:lpstr>What comes next</vt:lpstr>
      <vt:lpstr>The tests queued for the coming quarter</vt:lpstr>
      <vt:lpstr>The testing queue — medium and low</vt:lpstr>
      <vt:lpstr>PowerPoint Presentation</vt:lpstr>
      <vt:lpstr>Questions?</vt:lpstr>
    </vt:vector>
  </TitlesOfParts>
  <Company>FeedSpark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FeedSpark Template</dc:title>
  <dc:creator>FeedSpark</dc:creator>
  <cp:lastModifiedBy>Ray Vu</cp:lastModifiedBy>
  <cp:revision>1</cp:revision>
  <dcterms:modified xsi:type="dcterms:W3CDTF">2026-08-04T13:18:53Z</dcterms:modified>
</cp:coreProperties>
</file>